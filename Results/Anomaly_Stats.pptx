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62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29A55EF9-757D-0542-A1DA-535B06FA6E62}" type="datetimeFigureOut">
              <a:rPr lang="en-US" smtClean="0"/>
              <a:t>12/7/13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CC1AD831-105E-004D-879B-8D34CEB49B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enjholla/ISU_Fall_2013_C3DC_Anomalies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enjholla/ISU_Fall_2013_C3DC_Anomali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C3DC 2013 Anomalies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Ben Holland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20496469">
            <a:off x="697280" y="4449222"/>
            <a:ext cx="2101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I’m a sticky note! </a:t>
            </a:r>
            <a:r>
              <a:rPr lang="en-US" dirty="0" smtClean="0">
                <a:sym typeface="Wingdings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345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What came first the chicken or the egg?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5 Chicken</a:t>
            </a:r>
          </a:p>
          <a:p>
            <a:pPr marL="0" indent="0">
              <a:buNone/>
            </a:pPr>
            <a:r>
              <a:rPr lang="en-US" dirty="0" smtClean="0"/>
              <a:t>5 Egg (counting fish and non-chicken eggs)</a:t>
            </a:r>
          </a:p>
          <a:p>
            <a:pPr marL="0" indent="0">
              <a:buNone/>
            </a:pPr>
            <a:r>
              <a:rPr lang="en-US" dirty="0" smtClean="0"/>
              <a:t>5 Other (aliens, 3 roosters, both, </a:t>
            </a:r>
            <a:r>
              <a:rPr lang="en-US" dirty="0" smtClean="0">
                <a:solidFill>
                  <a:srgbClr val="000000"/>
                </a:solidFill>
                <a:ea typeface="Calibri"/>
                <a:cs typeface="Calibri"/>
              </a:rPr>
              <a:t>Velocipede)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ea typeface="Calibri"/>
                <a:cs typeface="Calibri"/>
              </a:rPr>
              <a:t>This debate warrants further discussion?</a:t>
            </a:r>
          </a:p>
          <a:p>
            <a:pPr marL="329184" lvl="1" indent="0">
              <a:buNone/>
            </a:pPr>
            <a:r>
              <a:rPr lang="en-US" dirty="0" smtClean="0">
                <a:solidFill>
                  <a:srgbClr val="000000"/>
                </a:solidFill>
                <a:ea typeface="Calibri"/>
                <a:cs typeface="Calibri"/>
              </a:rPr>
              <a:t>No…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2168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Anomalies are now available online!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834" y="1600200"/>
            <a:ext cx="884516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 smtClean="0">
              <a:hlinkClick r:id="rId2"/>
            </a:endParaRPr>
          </a:p>
          <a:p>
            <a:pPr marL="0" indent="0">
              <a:buNone/>
            </a:pPr>
            <a:endParaRPr lang="en-US" sz="2200" dirty="0">
              <a:hlinkClick r:id="rId2"/>
            </a:endParaRPr>
          </a:p>
          <a:p>
            <a:pPr marL="0" indent="0">
              <a:buNone/>
            </a:pPr>
            <a:r>
              <a:rPr lang="en-US" sz="2200" dirty="0" smtClean="0">
                <a:hlinkClick r:id="rId2"/>
              </a:rPr>
              <a:t>https://github.com/benjholla/ISU_Fall_2013_C3DC_Anomalies</a:t>
            </a:r>
            <a:endParaRPr lang="en-US" sz="2200" dirty="0" smtClean="0"/>
          </a:p>
          <a:p>
            <a:pPr marL="0" indent="0">
              <a:buNone/>
            </a:pPr>
            <a:endParaRPr lang="en-US" sz="2200" dirty="0" smtClean="0"/>
          </a:p>
          <a:p>
            <a:pPr marL="0" indent="0">
              <a:buNone/>
            </a:pPr>
            <a:r>
              <a:rPr lang="en-US" sz="2200" dirty="0" smtClean="0"/>
              <a:t>Contains: Anomalies, Solutions, Statistics</a:t>
            </a:r>
          </a:p>
          <a:p>
            <a:pPr marL="0" indent="0">
              <a:buNone/>
            </a:pPr>
            <a:r>
              <a:rPr lang="en-US" sz="2200" dirty="0" smtClean="0"/>
              <a:t>Missing content will be uploaded shortly.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50817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Team Attendance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Great attendance!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86797"/>
              </p:ext>
            </p:extLst>
          </p:nvPr>
        </p:nvGraphicFramePr>
        <p:xfrm>
          <a:off x="543580" y="3006451"/>
          <a:ext cx="8143220" cy="1319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644"/>
                <a:gridCol w="1628644"/>
                <a:gridCol w="1760630"/>
                <a:gridCol w="1496658"/>
                <a:gridCol w="1628644"/>
              </a:tblGrid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50%-70%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71% - 99%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120%</a:t>
                      </a:r>
                      <a:endParaRPr lang="en-US" sz="2400" dirty="0"/>
                    </a:p>
                  </a:txBody>
                  <a:tcPr/>
                </a:tc>
              </a:tr>
              <a:tr h="6599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 Teams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 Teams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 Teams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 Teams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 Team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2103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stats coming…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>
                <a:hlinkClick r:id="rId2"/>
              </a:rPr>
              <a:t>https://github.com/benjholla/ISU_Fall_2013_C3DC_Anomalies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699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Telephone Analytics</a:t>
            </a:r>
            <a:endParaRPr lang="en-US" dirty="0"/>
          </a:p>
        </p:txBody>
      </p:sp>
      <p:pic>
        <p:nvPicPr>
          <p:cNvPr id="4" name="Picture 3" descr="phone_analytics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56" y="1879237"/>
            <a:ext cx="8269116" cy="442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4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 for participating!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16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Sketchbook.thmx</Template>
  <TotalTime>391</TotalTime>
  <Words>134</Words>
  <Application>Microsoft Macintosh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Sketchbook</vt:lpstr>
      <vt:lpstr>C3DC 2013 Anomalies</vt:lpstr>
      <vt:lpstr>What came first the chicken or the egg?</vt:lpstr>
      <vt:lpstr>Anomalies are now available online!</vt:lpstr>
      <vt:lpstr>Team Attendance</vt:lpstr>
      <vt:lpstr>More stats coming…</vt:lpstr>
      <vt:lpstr>Telephone Analytics</vt:lpstr>
      <vt:lpstr>Thanks for participating!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C3DC 2013 Anomalies</dc:title>
  <dc:creator>Ben Holland</dc:creator>
  <cp:lastModifiedBy>Ben Holland</cp:lastModifiedBy>
  <cp:revision>9</cp:revision>
  <dcterms:created xsi:type="dcterms:W3CDTF">2013-12-07T15:50:08Z</dcterms:created>
  <dcterms:modified xsi:type="dcterms:W3CDTF">2013-12-07T22:26:35Z</dcterms:modified>
</cp:coreProperties>
</file>